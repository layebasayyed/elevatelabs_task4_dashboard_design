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Telegraf" panose="020B0604020202020204" charset="0"/>
      <p:regular r:id="rId13"/>
    </p:embeddedFont>
    <p:embeddedFont>
      <p:font typeface="Telegraf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2C4D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6038850"/>
            <a:chOff x="0" y="0"/>
            <a:chExt cx="11099800" cy="8051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687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A2C4D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Task 4 – Dashboard Design in Power BI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Introduction to Dashboard Design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751606" y="9163050"/>
            <a:ext cx="886964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9"/>
              </a:lnSpc>
            </a:pPr>
            <a:r>
              <a:rPr lang="en-US" sz="2999" spc="-29">
                <a:solidFill>
                  <a:srgbClr val="DCE9F3"/>
                </a:solidFill>
                <a:latin typeface="Telegraf"/>
                <a:ea typeface="Telegraf"/>
                <a:cs typeface="Telegraf"/>
                <a:sym typeface="Telegraf"/>
              </a:rPr>
              <a:t>Layeba Sayyed | Elevate Labs  Data Analyst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253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8762050" y="2054195"/>
            <a:ext cx="8764694" cy="3537870"/>
            <a:chOff x="0" y="0"/>
            <a:chExt cx="11686259" cy="4717159"/>
          </a:xfrm>
        </p:grpSpPr>
        <p:sp>
          <p:nvSpPr>
            <p:cNvPr id="8" name="TextBox 8"/>
            <p:cNvSpPr txBox="1"/>
            <p:nvPr/>
          </p:nvSpPr>
          <p:spPr>
            <a:xfrm>
              <a:off x="0" y="3228091"/>
              <a:ext cx="11686259" cy="14890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7"/>
                </a:lnSpc>
              </a:pPr>
              <a:r>
                <a:rPr lang="en-US" sz="2105" spc="-21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objective of this project is to build an </a:t>
              </a:r>
              <a:r>
                <a:rPr lang="en-US" sz="2105" b="1" spc="-21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interactive dashboard</a:t>
              </a:r>
              <a:r>
                <a:rPr lang="en-US" sz="2105" spc="-21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for stakeholders using Power BI, leveraging the Video Game Sales dataset for insightful data visualization and decision-making.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397256"/>
              <a:ext cx="11686259" cy="651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74"/>
                </a:lnSpc>
              </a:pPr>
              <a:r>
                <a:rPr lang="en-US" sz="3158" b="1" spc="-31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Project Goals and Deliverables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686259" cy="14981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06"/>
                </a:lnSpc>
              </a:pPr>
              <a:r>
                <a:rPr lang="en-US" sz="7369" b="1" spc="-73">
                  <a:solidFill>
                    <a:srgbClr val="A2C4D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Task Overview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OBJECTIVE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571392"/>
            <a:chOff x="0" y="0"/>
            <a:chExt cx="9182100" cy="342852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2C4D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Dataset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Attributes Explained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248076"/>
            <a:ext cx="5399474" cy="1617364"/>
            <a:chOff x="0" y="0"/>
            <a:chExt cx="7199298" cy="215648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Trends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8318"/>
              <a:ext cx="7199298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Visual representation of data trends helps in understanding the performance of different video games across various platforms.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1562100"/>
            <a:ext cx="2571750" cy="1790700"/>
            <a:chOff x="0" y="0"/>
            <a:chExt cx="116731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r="-36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734675" y="1562100"/>
            <a:ext cx="5448300" cy="1617364"/>
            <a:chOff x="0" y="0"/>
            <a:chExt cx="7264400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Dataset Structure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dataset includes essential columns that provide insights into video game sales trends across various platforms.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932307"/>
            <a:ext cx="5448300" cy="1617345"/>
            <a:chOff x="0" y="0"/>
            <a:chExt cx="7264400" cy="2156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Global Analytics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293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Understanding global and regional sales allows for effective strategies in targeting the gaming market and improving sales.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076"/>
            <a:ext cx="2571750" cy="1790774"/>
            <a:chOff x="0" y="0"/>
            <a:chExt cx="1167319" cy="8128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r="-36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858125" y="6934126"/>
            <a:ext cx="2571750" cy="1790774"/>
            <a:chOff x="0" y="0"/>
            <a:chExt cx="1167319" cy="8128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</p:sp>
      </p:grpSp>
      <p:sp>
        <p:nvSpPr>
          <p:cNvPr id="20" name="AutoShape 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DATASET INSIGHTS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1275" y="4290405"/>
            <a:ext cx="6861700" cy="1109326"/>
            <a:chOff x="0" y="0"/>
            <a:chExt cx="9148933" cy="1479102"/>
          </a:xfrm>
        </p:grpSpPr>
        <p:sp>
          <p:nvSpPr>
            <p:cNvPr id="3" name="TextBox 3"/>
            <p:cNvSpPr txBox="1"/>
            <p:nvPr/>
          </p:nvSpPr>
          <p:spPr>
            <a:xfrm>
              <a:off x="0" y="1000735"/>
              <a:ext cx="9148933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Tracks the total count of unique video games released.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Number of Games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1275" y="1428143"/>
            <a:ext cx="6861700" cy="1461751"/>
            <a:chOff x="0" y="0"/>
            <a:chExt cx="9148933" cy="1949002"/>
          </a:xfrm>
        </p:grpSpPr>
        <p:sp>
          <p:nvSpPr>
            <p:cNvPr id="6" name="TextBox 6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Measures the cumulative revenue generated from all games.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Total Global Sales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4222" y="6976455"/>
            <a:ext cx="6858753" cy="1127698"/>
            <a:chOff x="0" y="0"/>
            <a:chExt cx="9145004" cy="150359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914500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Average Sales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25231"/>
              <a:ext cx="9145004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Calculates the mean sales figures for individual games.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657337"/>
            <a:ext cx="6886575" cy="204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spc="-69">
                <a:solidFill>
                  <a:srgbClr val="A2C4D6"/>
                </a:solidFill>
                <a:latin typeface="Telegraf Bold"/>
                <a:ea typeface="Telegraf Bold"/>
                <a:cs typeface="Telegraf Bold"/>
                <a:sym typeface="Telegraf Bold"/>
              </a:rPr>
              <a:t>Selected KPIs Overview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PERFORMANCE INDICATORS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571392"/>
            <a:chOff x="0" y="0"/>
            <a:chExt cx="9182100" cy="342852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2C4D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by Genre Analysis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Insights from Dashboard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248076"/>
            <a:ext cx="5399474" cy="1969789"/>
            <a:chOff x="0" y="0"/>
            <a:chExt cx="7199298" cy="262638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Yearly Sales Trend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8318"/>
              <a:ext cx="7199298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line chart effectively demonstrates the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fluctuations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in video game sales over the years, providing clear insights into market dynamics.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1562100"/>
            <a:ext cx="2571750" cy="1790700"/>
            <a:chOff x="0" y="0"/>
            <a:chExt cx="116731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r="-36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734675" y="1562100"/>
            <a:ext cx="5448300" cy="1617364"/>
            <a:chOff x="0" y="0"/>
            <a:chExt cx="7264400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Data Overview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This chart presents an engaging overview of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video game sales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categorized by genre, showcasing trends and insights.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932307"/>
            <a:ext cx="5448300" cy="1617345"/>
            <a:chOff x="0" y="0"/>
            <a:chExt cx="7264400" cy="2156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Top Publishers Insights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293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This bar chart highlights the performance of major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video game publishers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, making it easy to identify industry leaders and trends.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076"/>
            <a:ext cx="2571750" cy="1790774"/>
            <a:chOff x="0" y="0"/>
            <a:chExt cx="1167319" cy="8128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r="-36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858125" y="6934126"/>
            <a:ext cx="2571750" cy="1790774"/>
            <a:chOff x="0" y="0"/>
            <a:chExt cx="1167319" cy="8128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</p:sp>
      </p:grpSp>
      <p:sp>
        <p:nvSpPr>
          <p:cNvPr id="20" name="AutoShape 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OBSERVATIONS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571392"/>
            <a:chOff x="0" y="0"/>
            <a:chExt cx="9182100" cy="342852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2C4D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Publisher Insights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Performance Metrics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248076"/>
            <a:ext cx="5399474" cy="1969789"/>
            <a:chOff x="0" y="0"/>
            <a:chExt cx="7199298" cy="262638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Publisher Performance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8318"/>
              <a:ext cx="7199298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column chart illustrates the sales performance of top publishers, highlighting their contributions to the overall market landscape.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1562100"/>
            <a:ext cx="2571750" cy="1790700"/>
            <a:chOff x="0" y="0"/>
            <a:chExt cx="116731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r="-36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734675" y="1562100"/>
            <a:ext cx="5448300" cy="1617364"/>
            <a:chOff x="0" y="0"/>
            <a:chExt cx="7264400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Distribution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This donut chart visually represents the distribution of global game sales across various platforms, indicating market trends.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932307"/>
            <a:ext cx="5448300" cy="1617345"/>
            <a:chOff x="0" y="0"/>
            <a:chExt cx="7264400" cy="2156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Trend Over Time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293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This line chart tracks publisher sales trends over the years, providing insights into growth patterns and market shifts.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076"/>
            <a:ext cx="2571750" cy="1790774"/>
            <a:chOff x="0" y="0"/>
            <a:chExt cx="1167319" cy="8128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r="-36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858125" y="6934126"/>
            <a:ext cx="2571750" cy="1790774"/>
            <a:chOff x="0" y="0"/>
            <a:chExt cx="1167319" cy="8128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</p:sp>
      </p:grpSp>
      <p:sp>
        <p:nvSpPr>
          <p:cNvPr id="20" name="AutoShape 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571392"/>
            <a:chOff x="0" y="0"/>
            <a:chExt cx="9182100" cy="342852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2C4D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Regional Insights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Understanding Sales Trends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248076"/>
            <a:ext cx="5399474" cy="1969789"/>
            <a:chOff x="0" y="0"/>
            <a:chExt cx="7199298" cy="262638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Column Chart 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8318"/>
              <a:ext cx="7199298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This column chart provides a visual comparison of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performance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among various regions, indicating key market leaders effectively.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1562100"/>
            <a:ext cx="2571750" cy="1790700"/>
            <a:chOff x="0" y="0"/>
            <a:chExt cx="116731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r="-36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734675" y="1562100"/>
            <a:ext cx="5448300" cy="1617364"/>
            <a:chOff x="0" y="0"/>
            <a:chExt cx="7264400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Line Chart Trends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line chart illustrates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regional sales trends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over time, highlighting shifts in market performance across different areas.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932307"/>
            <a:ext cx="5448300" cy="1969770"/>
            <a:chOff x="0" y="0"/>
            <a:chExt cx="7264400" cy="26263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KPI Cards Display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293"/>
              <a:ext cx="72644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KPI cards succinctly present critical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figures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, allowing stakeholders to quickly assess regional performance metrics and insights.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076"/>
            <a:ext cx="2571750" cy="1790774"/>
            <a:chOff x="0" y="0"/>
            <a:chExt cx="1167319" cy="8128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r="-36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858125" y="6934126"/>
            <a:ext cx="2571750" cy="1790774"/>
            <a:chOff x="0" y="0"/>
            <a:chExt cx="1167319" cy="8128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</p:sp>
      </p:grpSp>
      <p:sp>
        <p:nvSpPr>
          <p:cNvPr id="20" name="AutoShape 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OBSERVATIONS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571392"/>
            <a:chOff x="0" y="0"/>
            <a:chExt cx="9182100" cy="342852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2C4D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Genre Performance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Visualizing Sales Trends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248076"/>
            <a:ext cx="5399474" cy="1617364"/>
            <a:chOff x="0" y="0"/>
            <a:chExt cx="7199298" cy="215648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Bar Chart 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8318"/>
              <a:ext cx="7199298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bar chart provides a clear view of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sales performance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across genres, making it easy to identify trends.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1562100"/>
            <a:ext cx="2571750" cy="1790700"/>
            <a:chOff x="0" y="0"/>
            <a:chExt cx="116731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r="-36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0734675" y="1562100"/>
            <a:ext cx="5448300" cy="1617364"/>
            <a:chOff x="0" y="0"/>
            <a:chExt cx="7264400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Treemap Visualization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This treemap effectively captures the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distribution of sales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across various game genres, illustrating market performance.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932307"/>
            <a:ext cx="5448300" cy="1617345"/>
            <a:chOff x="0" y="0"/>
            <a:chExt cx="7264400" cy="2156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Line Chart Trends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293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This line chart highlights the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yearly sales trends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in genres, demonstrating shifts and patterns over time.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076"/>
            <a:ext cx="2571750" cy="1790774"/>
            <a:chOff x="0" y="0"/>
            <a:chExt cx="1167319" cy="8128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r="-36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858125" y="6934126"/>
            <a:ext cx="2571750" cy="1790774"/>
            <a:chOff x="0" y="0"/>
            <a:chExt cx="1167319" cy="8128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</p:sp>
      </p:grpSp>
      <p:sp>
        <p:nvSpPr>
          <p:cNvPr id="20" name="AutoShape 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INSIGHTS SUMMARY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1275" y="4114193"/>
            <a:ext cx="6861700" cy="1461751"/>
            <a:chOff x="0" y="0"/>
            <a:chExt cx="9148933" cy="1949002"/>
          </a:xfrm>
        </p:grpSpPr>
        <p:sp>
          <p:nvSpPr>
            <p:cNvPr id="3" name="TextBox 3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Consistent color themes enhance visual harmony and user experience.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Color Themes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1275" y="1604355"/>
            <a:ext cx="6861700" cy="1109326"/>
            <a:chOff x="0" y="0"/>
            <a:chExt cx="9148933" cy="1479102"/>
          </a:xfrm>
        </p:grpSpPr>
        <p:sp>
          <p:nvSpPr>
            <p:cNvPr id="6" name="TextBox 6"/>
            <p:cNvSpPr txBox="1"/>
            <p:nvPr/>
          </p:nvSpPr>
          <p:spPr>
            <a:xfrm>
              <a:off x="0" y="1000735"/>
              <a:ext cx="9148933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Slicers allow users to dynamically filter data for insights.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Slicers/Filters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4222" y="6976455"/>
            <a:ext cx="6858753" cy="1127698"/>
            <a:chOff x="0" y="0"/>
            <a:chExt cx="9145004" cy="150359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914500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Labels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25231"/>
              <a:ext cx="9145004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Data labels improve readability and make key figures clear.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657337"/>
            <a:ext cx="6886575" cy="301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spc="-69">
                <a:solidFill>
                  <a:srgbClr val="A2C4D6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Interactivity and Dashboard Features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21275" y="4114193"/>
            <a:ext cx="6861700" cy="1461751"/>
            <a:chOff x="0" y="0"/>
            <a:chExt cx="9148933" cy="1949002"/>
          </a:xfrm>
        </p:grpSpPr>
        <p:sp>
          <p:nvSpPr>
            <p:cNvPr id="3" name="TextBox 3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Leading publishers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showcase the most successful titles in the market.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Publishers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1275" y="1428143"/>
            <a:ext cx="6861700" cy="1461751"/>
            <a:chOff x="0" y="0"/>
            <a:chExt cx="9148933" cy="1949002"/>
          </a:xfrm>
        </p:grpSpPr>
        <p:sp>
          <p:nvSpPr>
            <p:cNvPr id="6" name="TextBox 6"/>
            <p:cNvSpPr txBox="1"/>
            <p:nvPr/>
          </p:nvSpPr>
          <p:spPr>
            <a:xfrm>
              <a:off x="0" y="1000735"/>
              <a:ext cx="9148933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best performing genres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reveal strong consumer preferences and trends.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9148933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Genres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4222" y="6800243"/>
            <a:ext cx="6858753" cy="1480123"/>
            <a:chOff x="0" y="0"/>
            <a:chExt cx="9145004" cy="197349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914500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Demand Patterns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025231"/>
              <a:ext cx="9145004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Regional demand patterns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 provide crucial insights into sales strategies.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66750" y="657337"/>
            <a:ext cx="6886575" cy="204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b="1" spc="-69">
                <a:solidFill>
                  <a:srgbClr val="A2C4D6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Insights &amp; Business Value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SUMMARY OF 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789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4684301"/>
            <a:chOff x="0" y="0"/>
            <a:chExt cx="11099800" cy="6245735"/>
          </a:xfrm>
        </p:grpSpPr>
        <p:sp>
          <p:nvSpPr>
            <p:cNvPr id="8" name="TextBox 8"/>
            <p:cNvSpPr txBox="1"/>
            <p:nvPr/>
          </p:nvSpPr>
          <p:spPr>
            <a:xfrm>
              <a:off x="0" y="4357669"/>
              <a:ext cx="11099800" cy="18880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The dashboard provides clarity in </a:t>
              </a:r>
              <a:r>
                <a:rPr lang="en-US" sz="2000" b="1" spc="-20">
                  <a:solidFill>
                    <a:srgbClr val="DCE9F3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visualization</a:t>
              </a:r>
              <a:r>
                <a:rPr lang="en-US" sz="2000" spc="-20">
                  <a:solidFill>
                    <a:srgbClr val="DCE9F3"/>
                  </a:solidFill>
                  <a:latin typeface="Telegraf"/>
                  <a:ea typeface="Telegraf"/>
                  <a:cs typeface="Telegraf"/>
                  <a:sym typeface="Telegraf"/>
                </a:rPr>
                <a:t>, enabling stakeholders to make informed decisions. With clear KPIs and insightful trends, it enhances engagement and optimizes business strategies effectively.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5623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AECFE4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Strategic Decision-Making with Data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A2C4D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Conclusion Insights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A2C4D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SUMMARY OF KEY POINTS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DCE9F3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607</Words>
  <Application>Microsoft Office PowerPoint</Application>
  <PresentationFormat>Custom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Telegraf Bold</vt:lpstr>
      <vt:lpstr>Arial</vt:lpstr>
      <vt:lpstr>Telegraf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Task 4 – Dashboard Design in Power BI</dc:title>
  <dc:description>Presentation - Task 4 – Dashboard Design in Power BI</dc:description>
  <cp:lastModifiedBy>Layeba Sayyed</cp:lastModifiedBy>
  <cp:revision>2</cp:revision>
  <dcterms:created xsi:type="dcterms:W3CDTF">2006-08-16T00:00:00Z</dcterms:created>
  <dcterms:modified xsi:type="dcterms:W3CDTF">2025-11-18T12:56:42Z</dcterms:modified>
  <dc:identifier>DAG5DFD-mnU</dc:identifier>
</cp:coreProperties>
</file>